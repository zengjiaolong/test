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5" r:id="rId3"/>
    <p:sldId id="262" r:id="rId4"/>
    <p:sldId id="263" r:id="rId5"/>
    <p:sldId id="276" r:id="rId6"/>
    <p:sldId id="265" r:id="rId7"/>
    <p:sldId id="268" r:id="rId8"/>
    <p:sldId id="277" r:id="rId9"/>
    <p:sldId id="270" r:id="rId10"/>
    <p:sldId id="278" r:id="rId11"/>
    <p:sldId id="279" r:id="rId12"/>
    <p:sldId id="280" r:id="rId13"/>
    <p:sldId id="271" r:id="rId14"/>
    <p:sldId id="272" r:id="rId15"/>
    <p:sldId id="273" r:id="rId16"/>
    <p:sldId id="274" r:id="rId17"/>
    <p:sldId id="283" r:id="rId18"/>
    <p:sldId id="287" r:id="rId19"/>
    <p:sldId id="281" r:id="rId20"/>
    <p:sldId id="282" r:id="rId21"/>
    <p:sldId id="285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2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BAC0-8DA2-411D-BD75-B1D26403DDA2}" type="datetimeFigureOut">
              <a:rPr lang="zh-CN" altLang="en-US" smtClean="0"/>
              <a:pPr/>
              <a:t>2010-10-15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B705-7F83-4117-BB84-198E9DD535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BAC0-8DA2-411D-BD75-B1D26403DDA2}" type="datetimeFigureOut">
              <a:rPr lang="zh-CN" altLang="en-US" smtClean="0"/>
              <a:pPr/>
              <a:t>2010-10-15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B705-7F83-4117-BB84-198E9DD535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BAC0-8DA2-411D-BD75-B1D26403DDA2}" type="datetimeFigureOut">
              <a:rPr lang="zh-CN" altLang="en-US" smtClean="0"/>
              <a:pPr/>
              <a:t>2010-10-15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B705-7F83-4117-BB84-198E9DD535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BAC0-8DA2-411D-BD75-B1D26403DDA2}" type="datetimeFigureOut">
              <a:rPr lang="zh-CN" altLang="en-US" smtClean="0"/>
              <a:pPr/>
              <a:t>2010-10-15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B705-7F83-4117-BB84-198E9DD535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BAC0-8DA2-411D-BD75-B1D26403DDA2}" type="datetimeFigureOut">
              <a:rPr lang="zh-CN" altLang="en-US" smtClean="0"/>
              <a:pPr/>
              <a:t>2010-10-15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B705-7F83-4117-BB84-198E9DD535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BAC0-8DA2-411D-BD75-B1D26403DDA2}" type="datetimeFigureOut">
              <a:rPr lang="zh-CN" altLang="en-US" smtClean="0"/>
              <a:pPr/>
              <a:t>2010-10-15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B705-7F83-4117-BB84-198E9DD535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BAC0-8DA2-411D-BD75-B1D26403DDA2}" type="datetimeFigureOut">
              <a:rPr lang="zh-CN" altLang="en-US" smtClean="0"/>
              <a:pPr/>
              <a:t>2010-10-15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B705-7F83-4117-BB84-198E9DD535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BAC0-8DA2-411D-BD75-B1D26403DDA2}" type="datetimeFigureOut">
              <a:rPr lang="zh-CN" altLang="en-US" smtClean="0"/>
              <a:pPr/>
              <a:t>2010-10-15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B705-7F83-4117-BB84-198E9DD535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BAC0-8DA2-411D-BD75-B1D26403DDA2}" type="datetimeFigureOut">
              <a:rPr lang="zh-CN" altLang="en-US" smtClean="0"/>
              <a:pPr/>
              <a:t>2010-10-15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B705-7F83-4117-BB84-198E9DD535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BAC0-8DA2-411D-BD75-B1D26403DDA2}" type="datetimeFigureOut">
              <a:rPr lang="zh-CN" altLang="en-US" smtClean="0"/>
              <a:pPr/>
              <a:t>2010-10-15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B705-7F83-4117-BB84-198E9DD535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BAC0-8DA2-411D-BD75-B1D26403DDA2}" type="datetimeFigureOut">
              <a:rPr lang="zh-CN" altLang="en-US" smtClean="0"/>
              <a:pPr/>
              <a:t>2010-10-15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B705-7F83-4117-BB84-198E9DD535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3BAC0-8DA2-411D-BD75-B1D26403DDA2}" type="datetimeFigureOut">
              <a:rPr lang="zh-CN" altLang="en-US" smtClean="0"/>
              <a:pPr/>
              <a:t>2010-10-15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8B705-7F83-4117-BB84-198E9DD5354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tinyurl.com/yka6ras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tinyurl.com/ykyuuwo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/mikejs/gridfs-fuse" TargetMode="External"/><Relationship Id="rId2" Type="http://schemas.openxmlformats.org/officeDocument/2006/relationships/hyperlink" Target="http://github.com/mdirolf/nginx-gridfs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tinyurl.com/okq7m5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tinyurl.com/yanwn2b" TargetMode="External"/><Relationship Id="rId4" Type="http://schemas.openxmlformats.org/officeDocument/2006/relationships/hyperlink" Target="http://tinyurl.com/yc3rll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tinyurl.com/dhrryw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MongoDB In Action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zh-CN" altLang="en-US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超群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.com</a:t>
            </a:r>
          </a:p>
          <a:p>
            <a:pPr algn="r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@fuchaoqun</a:t>
            </a:r>
          </a:p>
          <a:p>
            <a:pPr algn="r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http://www.fuchaoqun.com</a:t>
            </a:r>
            <a:endParaRPr lang="zh-CN" altLang="en-US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/>
          <a:lstStyle/>
          <a:p>
            <a:pPr algn="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 will talk ….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1500174"/>
            <a:ext cx="6400800" cy="4500594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About MongoDB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Dynamic querys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Replication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Sharding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GridFS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Performance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humbn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600200"/>
            <a:ext cx="48768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06" y="1857364"/>
            <a:ext cx="5334037" cy="40005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/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About MongoDB?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42844" y="1857364"/>
            <a:ext cx="3429024" cy="400052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Document-oriented 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JSON-style documents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Schema-free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Written in C++ for high</a:t>
            </a:r>
            <a:b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performance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Scalable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18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MapReduce</a:t>
            </a:r>
            <a:endParaRPr lang="en-US" altLang="zh-CN" sz="18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Many supported platforms</a:t>
            </a:r>
            <a:b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&amp; languages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endParaRPr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Dynamic querys</a:t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Select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5720" y="1500174"/>
            <a:ext cx="8572560" cy="4929222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MySQL: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SELECT * FROM user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db.user.find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()</a:t>
            </a:r>
            <a:endParaRPr lang="zh-CN" altLang="en-US" sz="20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MySQL: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SELECT * FROM user WHERE name = '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foobar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db.user.find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({'name' : '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foobar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'})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Dynamic querys</a:t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Insert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5720" y="1500174"/>
            <a:ext cx="8572560" cy="4929222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MySQL: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INSERT INOT user (`name`, `age`) values ('foobar',25)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db.user.insert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({'name' : '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foobar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', 'age' : 25})</a:t>
            </a:r>
            <a:endParaRPr lang="zh-CN" altLang="en-US" sz="20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if you want add a  column `email` on 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MySQL,you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must :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ALTER TABLE user….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But in 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Mongo,you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can just: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db.user.insert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({'name' : '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foobar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', 'age' : 25, 'email' : 'foo@bar.com'})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Dynamic querys</a:t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Delete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285720" y="1500174"/>
            <a:ext cx="8572560" cy="4929222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MySQL: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DELETE * FROM user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db.user.remove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({})</a:t>
            </a:r>
            <a:endParaRPr lang="zh-CN" altLang="en-US" sz="20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DELETE FROM user WHERE age &lt; 30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db.user.remove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({'age' : {$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lt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: 30}})</a:t>
            </a:r>
          </a:p>
          <a:p>
            <a:pPr algn="l"/>
            <a:endParaRPr lang="en-US" altLang="zh-CN" sz="2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$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gt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: &gt; ; $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gte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: &gt;= ; $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lt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: &lt; ; $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lte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: &lt;= ; $ne : !=</a:t>
            </a:r>
            <a:endParaRPr lang="zh-CN" altLang="en-US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Dynamic querys</a:t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Update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285720" y="1500174"/>
            <a:ext cx="8572560" cy="4929222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MySQL: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UPDATE user SET `age` = 36 WHERE `name` = '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foobar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db.user.update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({'name' : '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foobar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'}, {$set : {'age' : 36}})</a:t>
            </a:r>
            <a:endParaRPr lang="zh-CN" altLang="en-US" sz="20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algn="l"/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UPDATE user SET `age` = `age` + 3 WHERE `name` = '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foobar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db.user.update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({'name' : '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foobar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'}, {$inc : {'age' : 3}})</a:t>
            </a:r>
          </a:p>
          <a:p>
            <a:pPr algn="l"/>
            <a:endParaRPr lang="en-US" altLang="zh-CN" sz="2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/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See more @ 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hlinkClick r:id="rId2"/>
              </a:rPr>
              <a:t>http://tinyurl.com/yka6ras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Dynamic querys</a:t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Advanced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副标题 2"/>
          <p:cNvSpPr>
            <a:spLocks noGrp="1"/>
          </p:cNvSpPr>
          <p:nvPr>
            <p:ph type="subTitle" idx="1"/>
          </p:nvPr>
        </p:nvSpPr>
        <p:spPr>
          <a:xfrm>
            <a:off x="285720" y="1500174"/>
            <a:ext cx="8572560" cy="4929222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MySQL: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SELECT COUNT(*) FROM user WHERE `name` = '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foobar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db.user.find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({'name' : '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foobar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'}).count()</a:t>
            </a:r>
            <a:endParaRPr lang="zh-CN" altLang="en-US" sz="20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algn="l"/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SELECT * FROM user limit 10,20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db.user.find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().skip(10).limit(20)</a:t>
            </a:r>
          </a:p>
          <a:p>
            <a:pPr algn="l"/>
            <a:endParaRPr lang="en-US" altLang="zh-CN" sz="2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Dynamic querys</a:t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Advanced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副标题 2"/>
          <p:cNvSpPr>
            <a:spLocks noGrp="1"/>
          </p:cNvSpPr>
          <p:nvPr>
            <p:ph type="subTitle" idx="1"/>
          </p:nvPr>
        </p:nvSpPr>
        <p:spPr>
          <a:xfrm>
            <a:off x="285720" y="1500174"/>
            <a:ext cx="8572560" cy="4929222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MySQL: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SELECT * FROM user WHERE `age` IN (25, 35,45)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db.user.find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({'age' : {$in : [25, 35, 45]}})</a:t>
            </a:r>
            <a:endParaRPr lang="zh-CN" altLang="en-US" sz="20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algn="l"/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SELECT * FROM user limit 10,20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db.user.find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().skip(10).limit(20)</a:t>
            </a:r>
          </a:p>
          <a:p>
            <a:pPr algn="l"/>
            <a:endParaRPr lang="en-US" altLang="zh-CN" sz="2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Dynamic querys</a:t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Advanced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副标题 2"/>
          <p:cNvSpPr>
            <a:spLocks noGrp="1"/>
          </p:cNvSpPr>
          <p:nvPr>
            <p:ph type="subTitle" idx="1"/>
          </p:nvPr>
        </p:nvSpPr>
        <p:spPr>
          <a:xfrm>
            <a:off x="285720" y="1500174"/>
            <a:ext cx="8572560" cy="4929222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MySQL: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SELECT * FROM user ORDER BY age DESC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db.user.find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().sort({'age' : -1})</a:t>
            </a:r>
            <a:endParaRPr lang="zh-CN" altLang="en-US" sz="20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algn="l"/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SELECT DISTINCT(name) FROM user WHERE age &gt; 20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db.user.distinct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('name', {'age': {$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lt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: 20}})</a:t>
            </a:r>
          </a:p>
          <a:p>
            <a:pPr algn="l"/>
            <a:endParaRPr lang="en-US" altLang="zh-CN" sz="2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Dynamic querys</a:t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Advanced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副标题 2"/>
          <p:cNvSpPr>
            <a:spLocks noGrp="1"/>
          </p:cNvSpPr>
          <p:nvPr>
            <p:ph type="subTitle" idx="1"/>
          </p:nvPr>
        </p:nvSpPr>
        <p:spPr>
          <a:xfrm>
            <a:off x="285720" y="1500174"/>
            <a:ext cx="8572560" cy="492922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MySQL: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SELECT name, sum(marks) FROM user GROUP BY name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db.user.group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({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key : {'name' : true},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cond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: {'name' : '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foo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'},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reduce: function(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obj,prev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 { 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prev.msum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+= 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obj.marks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; },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initial: {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msum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: 0}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});</a:t>
            </a:r>
            <a:endParaRPr lang="zh-CN" altLang="en-US" sz="2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MySQL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algn="l"/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SELECT name FROM user WHERE age &lt; 20</a:t>
            </a:r>
          </a:p>
          <a:p>
            <a:pPr algn="l"/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Mongo:    </a:t>
            </a:r>
          </a:p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db.user.find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('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this.age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&lt; 20', {name : 1})</a:t>
            </a:r>
          </a:p>
          <a:p>
            <a:pPr algn="l"/>
            <a:endParaRPr lang="en-US" altLang="zh-CN" sz="2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/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See more @ 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hlinkClick r:id="rId2"/>
              </a:rPr>
              <a:t>http://tinyurl.com/ykyuuwo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/>
          <a:lstStyle/>
          <a:p>
            <a:pPr algn="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So….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7158" y="2143116"/>
            <a:ext cx="8358246" cy="2786082"/>
          </a:xfrm>
        </p:spPr>
        <p:txBody>
          <a:bodyPr>
            <a:noAutofit/>
          </a:bodyPr>
          <a:lstStyle/>
          <a:p>
            <a:r>
              <a:rPr lang="en-US" altLang="zh-CN" sz="40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MongoDB</a:t>
            </a:r>
            <a:r>
              <a:rPr lang="en-US" altLang="zh-CN" sz="4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can do almost everything that MySQL can do, and quicker &amp; smarter</a:t>
            </a:r>
            <a:endParaRPr lang="zh-CN" altLang="en-US" sz="4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/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Replication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85786" y="2143116"/>
            <a:ext cx="7715304" cy="435771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Master-Slave Replication</a:t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buFont typeface="Arial" pitchFamily="34" charset="0"/>
              <a:buChar char="•"/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Replica Pairs</a:t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buFont typeface="Arial" pitchFamily="34" charset="0"/>
              <a:buChar char="•"/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Limited Master-Master Replication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34387" y="1571612"/>
            <a:ext cx="2209513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3714752"/>
            <a:ext cx="1643073" cy="60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/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Sharding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1142984"/>
            <a:ext cx="5857875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335" y="4733938"/>
            <a:ext cx="64293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335" y="5448318"/>
            <a:ext cx="6400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57335" y="6019822"/>
            <a:ext cx="64103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/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GridFS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85852" y="1285860"/>
            <a:ext cx="6786610" cy="5572140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files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object metadata</a:t>
            </a:r>
            <a:b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endParaRPr lang="en-US" altLang="zh-CN" sz="28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buFont typeface="Arial" pitchFamily="34" charset="0"/>
              <a:buChar char="•"/>
            </a:pP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chunks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binary data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785926"/>
            <a:ext cx="644842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4986360"/>
            <a:ext cx="6410325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/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Use </a:t>
            </a:r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GridFS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In PHP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357298"/>
            <a:ext cx="5953125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/>
          <a:lstStyle/>
          <a:p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GridFS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Projects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85786" y="1571612"/>
            <a:ext cx="7429552" cy="3857652"/>
          </a:xfrm>
        </p:spPr>
        <p:txBody>
          <a:bodyPr/>
          <a:lstStyle/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nginx-gridfs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hlinkClick r:id="rId2"/>
              </a:rPr>
              <a:t>http://github.com/mdirolf/nginx-gridfs</a:t>
            </a:r>
            <a:endParaRPr lang="en-US" altLang="zh-CN" sz="2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gridfs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-fuse</a:t>
            </a:r>
            <a:r>
              <a:rPr lang="en-US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hlinkClick r:id="rId3"/>
              </a:rPr>
              <a:t>http://github.com/mikejs/gridfs-fuse</a:t>
            </a:r>
            <a:endParaRPr lang="en-US" altLang="zh-CN" sz="24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/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Performance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4105298"/>
            <a:ext cx="2952750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00100" y="2033590"/>
          <a:ext cx="707236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454"/>
                <a:gridCol w="1178728"/>
                <a:gridCol w="1768091"/>
                <a:gridCol w="176809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Database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Load time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Retrieval time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File size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Tokyo Cabinet/Tyrant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3.5m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24MB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CouchDB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5.5m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14.5m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236MB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MongoDB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192-960MB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0100" y="1643050"/>
            <a:ext cx="3028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From: 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hlinkClick r:id="rId3"/>
              </a:rPr>
              <a:t>http://tinyurl.com/okq7m5</a:t>
            </a:r>
            <a:endParaRPr lang="zh-CN" altLang="en-US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0100" y="3748108"/>
            <a:ext cx="2893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From: 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hlinkClick r:id="rId4"/>
              </a:rPr>
              <a:t>http://tinyurl.com/yc3rlld</a:t>
            </a:r>
            <a:endParaRPr lang="zh-CN" altLang="en-US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86380" y="6286520"/>
            <a:ext cx="3665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See more @ 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hlinkClick r:id="rId5"/>
              </a:rPr>
              <a:t>http://tinyurl.com/yanwn2b</a:t>
            </a:r>
            <a:endParaRPr lang="zh-CN" altLang="en-US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4819" y="1214422"/>
            <a:ext cx="5058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Benchmark means nothing , but most of us like it.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/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Who is using MongoDB?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214422"/>
            <a:ext cx="6867525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矩形 10"/>
          <p:cNvSpPr/>
          <p:nvPr/>
        </p:nvSpPr>
        <p:spPr>
          <a:xfrm>
            <a:off x="1928794" y="6357958"/>
            <a:ext cx="707233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See more @ 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hlinkClick r:id="rId3"/>
              </a:rPr>
              <a:t>http://tinyurl.com/dhrryw</a:t>
            </a:r>
            <a:endParaRPr lang="zh-CN" altLang="en-US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428736"/>
          </a:xfrm>
        </p:spPr>
        <p:txBody>
          <a:bodyPr/>
          <a:lstStyle/>
          <a:p>
            <a:pPr algn="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Thanks!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7290" y="2786058"/>
            <a:ext cx="6400800" cy="1357322"/>
          </a:xfrm>
        </p:spPr>
        <p:txBody>
          <a:bodyPr>
            <a:normAutofit/>
          </a:bodyPr>
          <a:lstStyle/>
          <a:p>
            <a:r>
              <a:rPr lang="en-US" altLang="zh-CN" sz="6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Q&amp;A</a:t>
            </a:r>
            <a:endParaRPr lang="zh-CN" altLang="en-US" sz="6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635</Words>
  <Application>Microsoft Office PowerPoint</Application>
  <PresentationFormat>全屏显示(4:3)</PresentationFormat>
  <Paragraphs>149</Paragraphs>
  <Slides>21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2" baseType="lpstr">
      <vt:lpstr>Office 主题</vt:lpstr>
      <vt:lpstr>MongoDB In Action</vt:lpstr>
      <vt:lpstr>I will talk ….</vt:lpstr>
      <vt:lpstr>幻灯片 3</vt:lpstr>
      <vt:lpstr>About MongoDB?</vt:lpstr>
      <vt:lpstr>Dynamic querys Select</vt:lpstr>
      <vt:lpstr>Dynamic querys Insert</vt:lpstr>
      <vt:lpstr>Dynamic querys Delete</vt:lpstr>
      <vt:lpstr>Dynamic querys Update</vt:lpstr>
      <vt:lpstr>Dynamic querys Advanced</vt:lpstr>
      <vt:lpstr>Dynamic querys Advanced</vt:lpstr>
      <vt:lpstr>Dynamic querys Advanced</vt:lpstr>
      <vt:lpstr>Dynamic querys Advanced</vt:lpstr>
      <vt:lpstr>So….</vt:lpstr>
      <vt:lpstr>Replication</vt:lpstr>
      <vt:lpstr>Sharding</vt:lpstr>
      <vt:lpstr>GridFS</vt:lpstr>
      <vt:lpstr>Use GridFS In PHP</vt:lpstr>
      <vt:lpstr>GridFS Projects</vt:lpstr>
      <vt:lpstr>Performance</vt:lpstr>
      <vt:lpstr>Who is using MongoDB?</vt:lpstr>
      <vt:lpstr>Thanks!</vt:lpstr>
    </vt:vector>
  </TitlesOfParts>
  <Company>Tencent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chaoqunfu</dc:creator>
  <cp:lastModifiedBy>番茄花园</cp:lastModifiedBy>
  <cp:revision>97</cp:revision>
  <dcterms:created xsi:type="dcterms:W3CDTF">2010-01-07T11:36:14Z</dcterms:created>
  <dcterms:modified xsi:type="dcterms:W3CDTF">2010-10-14T16:15:58Z</dcterms:modified>
</cp:coreProperties>
</file>